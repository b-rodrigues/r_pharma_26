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reproducibility challenge in R (and limits of </a:t>
            </a:r>
            <a:r>
              <a:rPr>
                <a:latin typeface="Courier"/>
              </a:rPr>
              <a:t>{renv}</a:t>
            </a:r>
            <a:r>
              <a:rPr/>
              <a:t> &amp; Docker)</a:t>
            </a:r>
          </a:p>
          <a:p>
            <a:pPr lvl="0"/>
            <a:r>
              <a:rPr/>
              <a:t>Introduction to the Nix package manager</a:t>
            </a:r>
          </a:p>
          <a:p>
            <a:pPr lvl="0"/>
            <a:r>
              <a:rPr>
                <a:latin typeface="Courier"/>
              </a:rPr>
              <a:t>{rix}</a:t>
            </a:r>
            <a:r>
              <a:rPr/>
              <a:t>: generating declarative, reproducible R environments</a:t>
            </a:r>
          </a:p>
          <a:p>
            <a:pPr lvl="0"/>
            <a:r>
              <a:rPr/>
              <a:t>Interactive workflows (RStudio, Positron, VS Code)</a:t>
            </a:r>
          </a:p>
          <a:p>
            <a:pPr lvl="0"/>
            <a:r>
              <a:rPr/>
              <a:t>Production pipelines with </a:t>
            </a:r>
            <a:r>
              <a:rPr>
                <a:latin typeface="Courier"/>
              </a:rPr>
              <a:t>{targets}</a:t>
            </a:r>
            <a:r>
              <a:rPr/>
              <a:t> and Nix</a:t>
            </a:r>
          </a:p>
          <a:p>
            <a:pPr lvl="0"/>
            <a:r>
              <a:rPr/>
              <a:t>Nix in production: Docker, Shiny, and GitHub Actions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  <a:p>
            <a:pPr lvl="0"/>
            <a:r>
              <a:rPr b="1"/>
              <a:t>Bonus (if time allows)</a:t>
            </a:r>
            <a:r>
              <a:rPr/>
              <a:t>: A peek at </a:t>
            </a:r>
            <a:r>
              <a:rPr b="1"/>
              <a:t>T</a:t>
            </a:r>
            <a:r>
              <a:rPr/>
              <a:t>, a language reproducible by design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