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(3/3)</a:t>
            </a:r>
          </a:p>
        </p:txBody>
      </p:sp>
      <p:pic>
        <p:nvPicPr>
          <p:cNvPr descr="img/fhs-vs-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To ensure reproducibility, Nix installs the whole universe onto your computer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