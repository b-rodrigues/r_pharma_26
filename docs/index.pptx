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you know:</a:t>
            </a:r>
          </a:p>
        </p:txBody>
      </p:sp>
      <p:pic>
        <p:nvPicPr>
          <p:cNvPr descr="img/repro_puzz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203200"/>
            <a:ext cx="4394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with Nix:</a:t>
            </a:r>
          </a:p>
        </p:txBody>
      </p:sp>
      <p:pic>
        <p:nvPicPr>
          <p:cNvPr descr="img/repro_puzzle_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203200"/>
            <a:ext cx="4394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(3/3)</a:t>
            </a:r>
          </a:p>
        </p:txBody>
      </p:sp>
      <p:pic>
        <p:nvPicPr>
          <p:cNvPr descr="img/fhs-vs-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fhs vs nix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(6000+ unit tests and 80+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