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submissions-wg/" TargetMode="External" /><Relationship Id="rId3" Type="http://schemas.openxmlformats.org/officeDocument/2006/relationships/hyperlink" Target="https://rinpharma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Relationship Id="rId4" Type="http://schemas.openxmlformats.org/officeDocument/2006/relationships/hyperlink" Target="https://github.com/RConsortium/submissions-pilot2-nixversion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Teaching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Eric Nantz</a:t>
            </a:r>
          </a:p>
          <a:p>
            <a:pPr lvl="0" indent="0" marL="0">
              <a:buNone/>
            </a:pPr>
            <a:r>
              <a:rPr/>
              <a:t>Eric Nantz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Senior Director - Statistical Innovation Center (Eli Lilly)</a:t>
            </a:r>
          </a:p>
          <a:p>
            <a:pPr lvl="0"/>
            <a:r>
              <a:rPr/>
              <a:t>Co-lead of </a:t>
            </a:r>
            <a:r>
              <a:rPr>
                <a:hlinkClick r:id="rId2"/>
              </a:rPr>
              <a:t>R Consortium Submissions Working Group</a:t>
            </a:r>
          </a:p>
          <a:p>
            <a:pPr lvl="0"/>
            <a:r>
              <a:rPr/>
              <a:t>Co-organizer of </a:t>
            </a:r>
            <a:r>
              <a:rPr>
                <a:hlinkClick r:id="rId3"/>
              </a:rPr>
              <a:t>R Pharma</a:t>
            </a:r>
          </a:p>
          <a:p>
            <a:pPr lvl="0"/>
            <a:r>
              <a:rPr/>
              <a:t>Evangelist of all things open-source: R, Linux, Nix!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  <a:p>
            <a:pPr lvl="0" indent="0" marL="0">
              <a:buNone/>
            </a:pPr>
            <a:r>
              <a:rPr/>
              <a:t>Eric’s demonstration available here:</a:t>
            </a:r>
          </a:p>
          <a:p>
            <a:pPr lvl="0" indent="0" marL="0">
              <a:buNone/>
            </a:pPr>
            <a:r>
              <a:rPr>
                <a:hlinkClick r:id="rId4"/>
              </a:rPr>
              <a:t>https://github.com/RConsortium/submissions-pilot2-nixversion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(3/3)</a:t>
            </a:r>
          </a:p>
        </p:txBody>
      </p:sp>
      <p:pic>
        <p:nvPicPr>
          <p:cNvPr descr="img/fhs-vs-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To ensure reproducibility, Nix installs the whole universe onto your computer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